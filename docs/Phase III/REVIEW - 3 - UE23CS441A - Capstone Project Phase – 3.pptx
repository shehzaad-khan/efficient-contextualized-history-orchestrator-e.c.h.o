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5"/>
  </p:notesMasterIdLst>
  <p:handoutMasterIdLst>
    <p:handoutMasterId r:id="rId16"/>
  </p:handoutMasterIdLst>
  <p:sldIdLst>
    <p:sldId id="538" r:id="rId2"/>
    <p:sldId id="535" r:id="rId3"/>
    <p:sldId id="569" r:id="rId4"/>
    <p:sldId id="568" r:id="rId5"/>
    <p:sldId id="586" r:id="rId6"/>
    <p:sldId id="584" r:id="rId7"/>
    <p:sldId id="583" r:id="rId8"/>
    <p:sldId id="581" r:id="rId9"/>
    <p:sldId id="582" r:id="rId10"/>
    <p:sldId id="580" r:id="rId11"/>
    <p:sldId id="577" r:id="rId12"/>
    <p:sldId id="579" r:id="rId13"/>
    <p:sldId id="549" r:id="rId14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449A-5201-CC7D-2628-41F5EFD1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19807-78FE-CE28-4D49-3B77EAD73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8A6CE-3FDF-31EA-638A-292044A8B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687F-D3EA-6227-4365-ACA808933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PESSAT - All India Online Entrance Exam for Admission to PES University">
            <a:extLst>
              <a:ext uri="{FF2B5EF4-FFF2-40B4-BE49-F238E27FC236}">
                <a16:creationId xmlns:a16="http://schemas.microsoft.com/office/drawing/2014/main" id="{3728FDCA-2BCC-C6D2-944C-DE172626A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2775" y="3397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14400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UE23CS441A –Project Phase – 3</a:t>
            </a:r>
          </a:p>
          <a:p>
            <a:pPr algn="ctr"/>
            <a:endParaRPr lang="en-US" sz="2800" dirty="0">
              <a:latin typeface="Trebuchet MS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itchFamily="34" charset="0"/>
              </a:rPr>
              <a:t>Project Progress Review #3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66900" y="37338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00200" y="1828800"/>
            <a:ext cx="9448800" cy="45720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 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 – 1 &amp; 2 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Complete pipeline/Architecture of Project (max 2 slides)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 (for each module) (max 4 slides)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Demonstration (keep the demo video ready)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Test Plan and Strategy (max 2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Discussion (max 2 slides)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and Future Work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context.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the suggestions and remarks given in previous reviews.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Mention the feasibility on the same showing the progress.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– 1 &amp; 2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8ED5-E723-136E-FDC0-3A005013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AE750B-D869-952A-66FD-67A61F4AC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3BE5FB-AB47-B8ED-ACB7-C58FED048AFB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Pipeline/Architecture Diagram depicting all modules and their dependencies and integration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BF8CE69B-69B8-0295-A31E-C148A00B4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Complete pipeline/Architecture of Project </a:t>
            </a:r>
          </a:p>
        </p:txBody>
      </p:sp>
    </p:spTree>
    <p:extLst>
      <p:ext uri="{BB962C8B-B14F-4D97-AF65-F5344CB8AC3E}">
        <p14:creationId xmlns:p14="http://schemas.microsoft.com/office/powerpoint/2010/main" val="325882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9067800" cy="4211931"/>
          </a:xfrm>
          <a:prstGeom prst="rect">
            <a:avLst/>
          </a:prstGeom>
        </p:spPr>
        <p:txBody>
          <a:bodyPr/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Module-wise implementation details that include, 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name, Technology used, code/algo explanation.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Interpretation with Algorithms &amp; Pseudocode used. (applicable for Research projects)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Demonstration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3048000" y="1905001"/>
            <a:ext cx="7924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SzPts val="1800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Exhibit the demonstration of the complete project.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SzPts val="1800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It must be complete in all aspects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Exhibit working of the project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SzPts val="1800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4478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371600" y="1676400"/>
            <a:ext cx="10210800" cy="4571999"/>
          </a:xfrm>
          <a:prstGeom prst="rect">
            <a:avLst/>
          </a:prstGeom>
        </p:spPr>
        <p:txBody>
          <a:bodyPr/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Provide,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 activities that are carried out along with timeline.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are the test methods followed? and Why?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(Example) – Functional Testing (Unit, Integration,…)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Non – Functional Testing (Performance, Security,…)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test environment? (Explain the role of each member in the team)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Benefits of this approach &amp; are there any drawbacks?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Test tools used? Automated test tools? Open-source tools?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Arial"/>
            </a:endParaRPr>
          </a:p>
          <a:p>
            <a:pPr marL="457200" lvl="0" algn="just"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Note: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00100" lvl="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Appropriate modifications can be done for Research Projects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Test Plan and Strategy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Discussion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676400" y="1905001"/>
            <a:ext cx="92964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discussions on the experimentation conducted after testing.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endParaRPr lang="en-US" sz="2400" dirty="0">
              <a:solidFill>
                <a:srgbClr val="0033CC"/>
              </a:solidFill>
              <a:latin typeface="Trebuchet MS"/>
              <a:ea typeface="Arial"/>
              <a:cs typeface="Arial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Arial"/>
                <a:cs typeface="Arial"/>
                <a:sym typeface="Trebuchet MS"/>
              </a:rPr>
              <a:t>Are the results same as expected? Is it as per initial estimates planned?  If there is a deviation, give the reasons for the change.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endParaRPr lang="en-US" sz="2400" dirty="0">
              <a:solidFill>
                <a:srgbClr val="0033CC"/>
              </a:solidFill>
              <a:latin typeface="Trebuchet MS"/>
              <a:ea typeface="Arial"/>
              <a:cs typeface="Arial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Arial"/>
                <a:cs typeface="Arial"/>
                <a:sym typeface="Trebuchet MS"/>
              </a:rPr>
              <a:t>Results obtained in comparison other with other existing technology/methodology including graphs/charts (if applicable).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</a:pPr>
            <a:endParaRPr lang="en-US" sz="2400" dirty="0">
              <a:solidFill>
                <a:srgbClr val="0033CC"/>
              </a:solidFill>
              <a:latin typeface="Trebuchet MS"/>
              <a:ea typeface="Arial"/>
              <a:cs typeface="Arial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 – Update on Tasks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0"/>
            <a:ext cx="88391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project should have been completed in all the aspects.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and Future work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the key points.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glimpse of Future work.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437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Example: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US" sz="2400" dirty="0"/>
              <a:t>G. Eason, B. Noble, and I. N. </a:t>
            </a:r>
            <a:r>
              <a:rPr lang="en-US" sz="2400" dirty="0" err="1"/>
              <a:t>Sneddon</a:t>
            </a:r>
            <a:r>
              <a:rPr lang="en-US" sz="2400" dirty="0"/>
              <a:t>, “On certain integrals of </a:t>
            </a:r>
            <a:r>
              <a:rPr lang="en-US" sz="2400" dirty="0" err="1"/>
              <a:t>Lipschitz-Hankel</a:t>
            </a:r>
            <a:r>
              <a:rPr lang="en-US" sz="2400" dirty="0"/>
              <a:t> type involving products of Bessel functions,” Phil. Trans. Roy. Soc. London, vol. A247, pp. 529–551, April 1955. </a:t>
            </a:r>
            <a:r>
              <a:rPr lang="en-US" sz="2400" i="1" dirty="0"/>
              <a:t>(references)</a:t>
            </a:r>
            <a:endParaRPr lang="en-US" sz="2400" dirty="0"/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757</TotalTime>
  <Words>487</Words>
  <Application>Microsoft Office PowerPoint</Application>
  <PresentationFormat>Widescreen</PresentationFormat>
  <Paragraphs>92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Noto Sans Symbols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VML</dc:creator>
  <cp:lastModifiedBy>gulshan vaswani</cp:lastModifiedBy>
  <cp:revision>341</cp:revision>
  <dcterms:created xsi:type="dcterms:W3CDTF">2020-11-22T08:14:37Z</dcterms:created>
  <dcterms:modified xsi:type="dcterms:W3CDTF">2026-10-17T18:23:27Z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